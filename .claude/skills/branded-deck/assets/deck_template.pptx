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76072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832104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088136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8432" y="320040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8432" y="576072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8432" y="832104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28432" y="1088136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84464" y="320040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576072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832104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088136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320040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0496" y="576072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0496" y="832104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1088136"/>
            <a:ext cx="91440" cy="9144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ANALYST IN THE ARENA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Gabriel Mangabeira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Web3 Growth Strategist  ·  Distribution Systems Installer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201168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mangabeira.net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POSITION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Strategist.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System Built to Scale.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651760" cy="17373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88920"/>
            <a:ext cx="2651760" cy="54864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Clients at a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Focused, not spread thin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2788920"/>
            <a:ext cx="2651760" cy="17373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788920"/>
            <a:ext cx="2651760" cy="54864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926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48h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window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Async-first by design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2651760" cy="17373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788920"/>
            <a:ext cx="2651760" cy="54864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926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to apply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work starts day one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at the top.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Deployed where it counts.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74980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45720" cy="74980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03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Former Head of Growth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2295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Scale. Global campaigns. Complexity at 100M+ users.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229600" cy="74980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63240"/>
            <a:ext cx="45720" cy="74980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International Olympic Comm.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55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consultant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32095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Governance-led marketing. Institutional execution.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49808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77640"/>
            <a:ext cx="45720" cy="74980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swimming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270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National-level athlete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41239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systems mindset applied to business.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 CUSTOMER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Serve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0" cy="2560320"/>
          </a:xfrm>
          <a:prstGeom prst="rect">
            <a:avLst/>
          </a:prstGeom>
          <a:solidFill>
            <a:srgbClr val="0D3558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RIGHT FIT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Post-PMF protocols with traction but no distribution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Founders who respect data over hype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Teams with budget and urgency to grow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DeFi, DePIN, stablecoins, wallets, dApps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31920" cy="2560320"/>
          </a:xfrm>
          <a:prstGeom prst="rect">
            <a:avLst/>
          </a:prstGeom>
          <a:solidFill>
            <a:srgbClr val="1A0A10"/>
          </a:solidFill>
          <a:ln w="12700">
            <a:solidFill>
              <a:srgbClr val="CC33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C33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DISQUALIFIERS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Pre-seed / idea stage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No allocated marketing budget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"We want virality" without strategy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NFT, GameFi, or gambling tokens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074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right buyer already has traction. They need the system to scale 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OFFER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10-Day Web3 GTM Sprint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743200" cy="54864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834640"/>
            <a:ext cx="128016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718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current growth state. Map the gaps.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right levers for your protocol type.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828800"/>
            <a:ext cx="2743200" cy="274320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828800"/>
            <a:ext cx="2743200" cy="54864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9080" y="2834640"/>
            <a:ext cx="128016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9718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the distribution system: messaging,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strategy, content engine, attribution.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743200" cy="274320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28800"/>
            <a:ext cx="2743200" cy="54864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2423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&amp; Measure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1280160" cy="36576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9718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with tracking. Deliverables include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functional growth brief you keep permanently.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Simple. No Free Calls.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the brief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30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· Problem · Stage · Timeline · Budget. 5 minutes.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3152" cy="18288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8229600" cy="86868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944368"/>
            <a:ext cx="457200" cy="45720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Scoped proposal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182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Deliverables, timeline, pricing within 48 hours.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73152" cy="18288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995928"/>
            <a:ext cx="457200" cy="457200"/>
          </a:xfrm>
          <a:prstGeom prst="ellipse">
            <a:avLst/>
          </a:prstGeom>
          <a:solidFill>
            <a:srgbClr val="1FB6FF"/>
          </a:solidFill>
          <a:ln w="12700">
            <a:solidFill>
              <a:srgbClr val="1FB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work begins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233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Async-first. Documented. Milestone-tracked. Day one.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07182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1830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F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free discovery calls. You don't need a call to start — you need a brief.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PILLARS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Pillars. One Signal.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12801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65176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01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Protocol Teardown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worked, what failed, what to copy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51760" cy="12801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691640"/>
            <a:ext cx="265176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801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On-Chain Distribution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that matter, not vanity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651760" cy="12801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691640"/>
            <a:ext cx="265176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801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148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Systems &amp; Process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Sprints, playbooks, operating cadence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4160520" cy="12801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00400"/>
            <a:ext cx="416052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101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Elite Performance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 applied to growth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3200400"/>
            <a:ext cx="4160520" cy="128016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200400"/>
            <a:ext cx="416052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3101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91840" y="3657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40233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leverage, workflow + tooling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FB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VERTICALS SERVED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Protocol-Specific GTM.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vertical has different mechanics. The playbook changes accordingly.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1572768" cy="4572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57984" y="196596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7984" y="1965960"/>
            <a:ext cx="1572768" cy="4572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2" name="Text 10"/>
          <p:cNvSpPr/>
          <p:nvPr/>
        </p:nvSpPr>
        <p:spPr>
          <a:xfrm>
            <a:off x="2157984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58768" y="196596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965960"/>
            <a:ext cx="1572768" cy="4572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58768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CEX / DEX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59552" y="196596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1965960"/>
            <a:ext cx="1572768" cy="4572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59552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Stablecoins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0336" y="196596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0336" y="1965960"/>
            <a:ext cx="1572768" cy="45720"/>
          </a:xfrm>
          <a:prstGeom prst="rect">
            <a:avLst/>
          </a:prstGeom>
          <a:solidFill>
            <a:srgbClr val="1FB6FF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336" y="2240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Wallets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54680"/>
            <a:ext cx="1572768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57984" y="315468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57984" y="3154680"/>
            <a:ext cx="1572768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7" name="Text 25"/>
          <p:cNvSpPr/>
          <p:nvPr/>
        </p:nvSpPr>
        <p:spPr>
          <a:xfrm>
            <a:off x="2157984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RWA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58768" y="315468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58768" y="3154680"/>
            <a:ext cx="1572768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0" name="Text 28"/>
          <p:cNvSpPr/>
          <p:nvPr/>
        </p:nvSpPr>
        <p:spPr>
          <a:xfrm>
            <a:off x="3858768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59552" y="315468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9552" y="3154680"/>
            <a:ext cx="1572768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3" name="Text 31"/>
          <p:cNvSpPr/>
          <p:nvPr/>
        </p:nvSpPr>
        <p:spPr>
          <a:xfrm>
            <a:off x="5559552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Sports Tokens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60336" y="3154680"/>
            <a:ext cx="1572768" cy="1005840"/>
          </a:xfrm>
          <a:prstGeom prst="rect">
            <a:avLst/>
          </a:prstGeom>
          <a:solidFill>
            <a:srgbClr val="0D3558"/>
          </a:solidFill>
          <a:ln w="12700">
            <a:solidFill>
              <a:srgbClr val="0D35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0336" y="3154680"/>
            <a:ext cx="1572768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6" name="Text 34"/>
          <p:cNvSpPr/>
          <p:nvPr/>
        </p:nvSpPr>
        <p:spPr>
          <a:xfrm>
            <a:off x="7260336" y="34290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Influencers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02920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58952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14984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71016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502920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758952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014984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271016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502920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758952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014984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1271016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" y="502920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" y="758952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3856" y="1014984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1271016"/>
            <a:ext cx="91440" cy="914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FFB8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BUILD?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the brief.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a scoped proposal in 48h.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743200" cy="5943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mangabeira.net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📍 Florianópolis, SC  ·  UTC-3  ·  The work travels.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@manga82  ·  /in/mangabeira  ·  mangabeira.net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Mangabeira – Analyst in the Arena</dc:title>
  <dc:subject>PptxGenJS Presentation</dc:subject>
  <dc:creator>Gabriel Mangabeira</dc:creator>
  <cp:lastModifiedBy>Gabriel Mangabeira</cp:lastModifiedBy>
  <cp:revision>1</cp:revision>
  <dcterms:created xsi:type="dcterms:W3CDTF">2026-04-10T19:31:33Z</dcterms:created>
  <dcterms:modified xsi:type="dcterms:W3CDTF">2026-04-10T19:31:33Z</dcterms:modified>
</cp:coreProperties>
</file>